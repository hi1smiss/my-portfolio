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z5NEV9g2Xn2RuBVVmWcJ20dFC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apedu.kz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731520"/>
            <a:ext cx="5943600" cy="822960"/>
          </a:xfrm>
          <a:prstGeom prst="rect">
            <a:avLst/>
          </a:prstGeom>
          <a:solidFill>
            <a:srgbClr val="2A3F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0080" y="73152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Almasbekuly Alikhan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1691640"/>
            <a:ext cx="5029200" cy="548640"/>
          </a:xfrm>
          <a:prstGeom prst="rect">
            <a:avLst/>
          </a:prstGeom>
          <a:solidFill>
            <a:srgbClr val="2A3F5F"/>
          </a:solidFill>
          <a:ln cap="flat" cmpd="sng" w="12700">
            <a:solidFill>
              <a:srgbClr val="8D9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0080" y="1691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Backend / Full-Stack junior programmer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2423160"/>
            <a:ext cx="5029200" cy="1097280"/>
          </a:xfrm>
          <a:prstGeom prst="rect">
            <a:avLst/>
          </a:prstGeom>
          <a:solidFill>
            <a:srgbClr val="2A3F5F"/>
          </a:solidFill>
          <a:ln cap="flat" cmpd="sng" w="12700">
            <a:solidFill>
              <a:srgbClr val="8D99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0080" y="242316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Я джун программист. Занимаюсь программированием свыше полугода, обучался в CapEdu(</a:t>
            </a:r>
            <a:r>
              <a:rPr i="1"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https://capedu.kz/</a:t>
            </a:r>
            <a:r>
              <a:rPr i="1" lang="en-US" sz="12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). Имею опыт джуниор Python программиста и немного HTML, но он освоен не на таком уровне как Python.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КОНТАКТЫ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40080" y="402336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https://github.com/hi1smiss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alikalikovich691@gmail.com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Telegram: </a:t>
            </a:r>
            <a:r>
              <a:rPr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@hi1smiss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858000" y="731520"/>
            <a:ext cx="1828800" cy="1828800"/>
          </a:xfrm>
          <a:prstGeom prst="ellipse">
            <a:avLst/>
          </a:prstGeom>
          <a:solidFill>
            <a:srgbClr val="2A3F5F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858000" y="73152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ФОТО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83680" y="4663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 СЕБЕ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54864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Обо мне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1280144"/>
            <a:ext cx="4114800" cy="21489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280150"/>
            <a:ext cx="41148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0" lIns="127000" spcFirstLastPara="1" rIns="127000" wrap="square" tIns="127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3E3E3"/>
                </a:solidFill>
              </a:rPr>
              <a:t>Меня зовут Алихан, мне 15 лет. Я — начинающий Backend/Full-stack разработчик, специализирующийся на языке Python. Мой путь в программировании начался почти год назад, за это время я успешно прошел обучение в академии </a:t>
            </a:r>
            <a:r>
              <a:rPr b="1" lang="en-US" sz="900">
                <a:solidFill>
                  <a:srgbClr val="E3E3E3"/>
                </a:solidFill>
              </a:rPr>
              <a:t>Capedu</a:t>
            </a:r>
            <a:r>
              <a:rPr lang="en-US" sz="900">
                <a:solidFill>
                  <a:srgbClr val="E3E3E3"/>
                </a:solidFill>
              </a:rPr>
              <a:t>, где освоил базу и научился применять технологии на практике.На текущий момент я уверенно работаю с фреймворком </a:t>
            </a:r>
            <a:r>
              <a:rPr b="1" lang="en-US" sz="900">
                <a:solidFill>
                  <a:srgbClr val="E3E3E3"/>
                </a:solidFill>
              </a:rPr>
              <a:t>Django</a:t>
            </a:r>
            <a:r>
              <a:rPr lang="en-US" sz="900">
                <a:solidFill>
                  <a:srgbClr val="E3E3E3"/>
                </a:solidFill>
              </a:rPr>
              <a:t>, создавая полноценные веб-приложения, а также занимаюсь разработкой продвинутых </a:t>
            </a:r>
            <a:r>
              <a:rPr b="1" lang="en-US" sz="900">
                <a:solidFill>
                  <a:srgbClr val="E3E3E3"/>
                </a:solidFill>
              </a:rPr>
              <a:t>Telegram-ботов с интеграцией искусственного интеллекта</a:t>
            </a:r>
            <a:r>
              <a:rPr lang="en-US" sz="900">
                <a:solidFill>
                  <a:srgbClr val="E3E3E3"/>
                </a:solidFill>
              </a:rPr>
              <a:t>. Моя главная цель сейчас — найти работу или стажировку в реальном проекте, чтобы нарабатывать практический опыт и приносить пользу команде. Я обладаю высокой обучаемостью и огромным желанием развиваться в индустрии.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46320" y="2743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НАВЫКИ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46320" y="77724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ЯЗЫКИ / ФРЕЙМВОРКИ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6320" y="1069848"/>
            <a:ext cx="3840480" cy="7772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846320" y="106984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Python, HTML, Django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46320" y="21031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ИНСТРУМЕНТЫ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46320" y="2395728"/>
            <a:ext cx="3840480" cy="7772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46320" y="239572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VS code, PyCharm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БАЗЫ ДАННЫХ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46320" y="3721608"/>
            <a:ext cx="3840480" cy="7772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846320" y="3721608"/>
            <a:ext cx="3840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i="1" lang="en-US" sz="900">
                <a:solidFill>
                  <a:srgbClr val="8D99AE"/>
                </a:solidFill>
                <a:highlight>
                  <a:srgbClr val="1A2942"/>
                </a:highlight>
              </a:rPr>
              <a:t>PostgreSQL, SQLite</a:t>
            </a:r>
            <a:r>
              <a:rPr i="1" lang="en-US" sz="900">
                <a:solidFill>
                  <a:srgbClr val="8D99AE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342899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ОБРАЗОВАНИЕ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3721578"/>
            <a:ext cx="4114800" cy="7773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57200" y="3721578"/>
            <a:ext cx="4114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CapEdu / год образования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778240" y="4754880"/>
            <a:ext cx="274320" cy="27432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ПРОЕКТ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solidFill>
            <a:srgbClr val="2A3F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 Weather Bot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[ СКРИНШОТ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ПРОЕКТА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Telegram-бот для получения актуальной погоды. Пользователь вводит название города — бот возвращает текущую температуру, влажность, скорость ветра и описание погоды. При неточном вводе бот предлагает похожие города. Доступен прогноз на 3 дня с вероятностью осадков.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Python, pyTelegramBotAPI, WeatherAPI, requests, difflib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92608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МОЯ РОЛЬ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Разработчик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ЧТО УЗНАЛ / СДЕЛАЛ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Научился работать с Telegram Bot API и inline-кнопками. Интегрировал внешний WeatherAPI для получения прогноза погоды. Реализовал умный поиск похожих городов через модуль difflib.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50" y="457200"/>
            <a:ext cx="2834624" cy="219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ПРОЕКТ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solidFill>
            <a:srgbClr val="2A3F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 Currency Exchange Bot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[ СКРИНШОТ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ПРОЕКТА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Telegram-бот для конвертации валют по актуальному курсу. Пользователь вводит сумму, исходную и целевую валюту — бот мгновенно считает результат. Реализован пошаговый диалог с сохранением состояния пользователя. Данные берутся из ExchangeRate API в реальном времени.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Python, pyTelegramBotAPI, ExchangeRate API, requests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292608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МОЯ РОЛЬ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Разработчик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ЧТО УЗНАЛ / СДЕЛАЛ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Освоил управление состоянием в многошаговом боте с помощью словаря user_states. Научился интегрировать финансовые API и обрабатывать пользовательский ввод. Реализовал удобные Reply-кнопки для навигации.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50" y="457200"/>
            <a:ext cx="2834624" cy="219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ПРОЕКТ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solidFill>
            <a:srgbClr val="2A3F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Dino Run — 2D игра на Pygame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[ СКРИНШОТ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ПРОЕКТА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2D-игра в стиле Chrome Dino на Python/Pygame. Динозавр прыгает через кактусы, скорость нарастает с каждым уровнем. Есть главное меню, звуки прыжка и проигрыша, фоновая музыка, система очков и повторная игра. Полностью объектно-ориентированная архитектура.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Python, Pygame, ООП, спрайты, collision detection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92608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МОЯ РОЛЬ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Разработчик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ЧТО УЗНАЛ / СДЕЛАЛ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Научился строить игровой цикл и управлять физикой прыжка с гравитацией. Реализовал динамическое увеличение сложности и систему обнаружения столкновений. Освоил работу со звуком и спрайтами в Pygame.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50" y="457200"/>
            <a:ext cx="2834625" cy="219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ПРОЕКТ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solidFill>
            <a:srgbClr val="2A3F5F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57200" y="594360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0" lIns="127000" spcFirstLastPara="1" rIns="12700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BlogSpace — платформа для статей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035040" y="457200"/>
            <a:ext cx="2834640" cy="219456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035040" y="457200"/>
            <a:ext cx="28347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[ СКРИНШОТ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ПРОЕКТА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ОПИСАНИЕ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7200" y="171907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Веб-сайт для написания и публикации статей. Пользователи могут регистрироваться, создавать статьи с форматированием, редактировать и удалять их. Реализованы лента публикаций, страница автора и поиск по заголовкам. Адаптивный интерфейс для мобильных устройств. </a:t>
            </a: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А </a:t>
            </a: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также</a:t>
            </a:r>
            <a:r>
              <a:rPr i="1"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 лайки, апдейты и т.д.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ТЕХНОЛОГИИ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Python, Flask, SQLite, HTML, CSS, Jinja2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926080" y="2834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МОЯ РОЛЬ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2926080" y="3127248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Full-Stack разработчик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39319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ЧТО УЗНАЛ / СДЕЛАЛ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457200" y="42062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Реализовал полный цикл веб-разработки: бэкенд на Flask, база данных SQLite, фронтенд с Jinja2-шаблонами. Настроил аутентификацию пользователей и CRUD-операции для статей. Научился деплоить Flask-приложения на хостинг.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5050" y="457200"/>
            <a:ext cx="2834626" cy="226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МОИ РАБОТЫ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Все проекты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118872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65760" y="118872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0292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Telegram Weather 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02920" y="1664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Погода по городу, прогноз на 3 дня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02920" y="2194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Python, pyTelegramBotAPI, WeatherAPI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2920" y="2542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91840" y="118872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291840" y="118872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42900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Currency Exchange Bot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429000" y="1664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Конвертация валют в реальном времени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429000" y="2194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Python, pyTelegramBotAPI, ExchangeRate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3429000" y="2542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217920" y="118872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217920" y="118872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Dino Run — игра на Pygame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355080" y="1664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2D-игра: динозавр прыгает через кактусы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355080" y="2194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Python, Pygame, ООП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355080" y="25420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365760" y="292608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0292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BlogSpace — платформа статей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02920" y="340156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Сайт для публикации и чтения статей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2920" y="3931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Python, Flask, SQLite, HTML/CSS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02920" y="427939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291840" y="292608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291840" y="292608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42900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29000" y="340156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429000" y="3931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429000" y="427939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1A2942"/>
          </a:solidFill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217920" y="2926080"/>
            <a:ext cx="64008" cy="1691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355080" y="301752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355080" y="340156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355080" y="39319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355080" y="427939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96C7"/>
                </a:solidFill>
                <a:latin typeface="Calibri"/>
                <a:ea typeface="Calibri"/>
                <a:cs typeface="Calibri"/>
                <a:sym typeface="Calibri"/>
              </a:rPr>
              <a:t>→ GitHub | 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9144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СВЯЗАТЬСЯ СО МНОЙ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Давай работать вместе!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1828800"/>
            <a:ext cx="1828800" cy="146304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57200" y="1901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https://github.com/hi1smiss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514600" y="1828800"/>
            <a:ext cx="1828800" cy="146304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2514600" y="1901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514600" y="2286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alikalikovich691@gmail.com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0" y="1828800"/>
            <a:ext cx="1828800" cy="146304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4572000" y="1901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TELEGRAM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572000" y="2286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               @hi1smiss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629400" y="1828800"/>
            <a:ext cx="1828800" cy="1463040"/>
          </a:xfrm>
          <a:prstGeom prst="rect">
            <a:avLst/>
          </a:prstGeom>
          <a:solidFill>
            <a:srgbClr val="1A2942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629400" y="190195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LINKEDIN / HH.RU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6629400" y="2286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D99A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[ ссылка на профиль ]</a:t>
            </a:r>
            <a:b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000" u="none" cap="none" strike="noStrike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о</a:t>
            </a:r>
            <a:r>
              <a:rPr i="1" lang="en-US" sz="10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ткрою по достижению 16</a:t>
            </a:r>
            <a:br>
              <a:rPr i="1" lang="en-US" sz="10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000">
                <a:solidFill>
                  <a:srgbClr val="8D99AE"/>
                </a:solidFill>
                <a:latin typeface="Calibri"/>
                <a:ea typeface="Calibri"/>
                <a:cs typeface="Calibri"/>
                <a:sym typeface="Calibri"/>
              </a:rPr>
              <a:t>лет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743200" y="3520440"/>
            <a:ext cx="3657600" cy="594360"/>
          </a:xfrm>
          <a:prstGeom prst="roundRect">
            <a:avLst>
              <a:gd fmla="val 15385" name="adj"/>
            </a:avLst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2743200" y="35204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  Открыт к новым возможностям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3F5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2A3F5F"/>
                </a:solidFill>
                <a:latin typeface="Calibri"/>
                <a:ea typeface="Calibri"/>
                <a:cs typeface="Calibri"/>
                <a:sym typeface="Calibri"/>
              </a:rPr>
              <a:t>[ Добавь ссылку на GitHub-профиль в описание слайда 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2026-06-07T14:06:53Z</dcterms:created>
  <dc:creator>PptxGenJS</dc:creator>
</cp:coreProperties>
</file>